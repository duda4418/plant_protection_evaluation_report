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Dynamic Regulatory Report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Python prototype for ActiveDocs-style document automation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JSON input validated, mapped, visualized, and rendered into DOCX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Built for maintainable report templates and explicit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input_data.json -&gt; Pydantic validation -&gt; view-model mapping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Business rules stay in Python and are reusable outside the template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Charts are generated before DOCX rendering and embedded into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Template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The product section is a reusable repeating template component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Tables use row-level loops for applications, toxicity, and risk components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Headers, footers, classification, and page fields are part of the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High-risk notice appears only when risk_score &gt; 70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Restrictions appear only for conditional approvals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German country wording is applied when country ==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Quality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Strict schema validation catches missing fields and invalid ranges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StrictUndefined fails rendering when a template variable is missing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Generated DOCX is checked for unresolved Jinja placeholders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Scaling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Add products or applications without changing the template structure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Keep raw integration data separate from report-ready display context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Large datasets can be summarized in DOCX and exported separately as detail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>
                <a:latin typeface="Aptos Display"/>
              </a:defRPr>
            </a:pPr>
            <a:r>
              <a:t>ActiveDocs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Pydantic models become the data contract or input schema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Mapper functions become the data preparation layer</a:t>
            </a:r>
          </a:p>
          <a:p>
            <a:pPr>
              <a:spcAft>
                <a:spcPts val="1600"/>
              </a:spcAft>
              <a:defRPr sz="2200">
                <a:latin typeface="Aptos"/>
              </a:defRPr>
            </a:pPr>
            <a:r>
              <a:t>Jinja loops and conditions map to ActiveDocs repeating sections and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Plant Protection Evaluation Report | Document automation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